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8A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0" y="457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
</a:t>
            </a:r>
            <a:endParaRPr lang="en-US" sz="540" dirty="0"/>
          </a:p>
        </p:txBody>
      </p:sp>
      <p:sp>
        <p:nvSpPr>
          <p:cNvPr id="3" name="Text 1"/>
          <p:cNvSpPr/>
          <p:nvPr/>
        </p:nvSpPr>
        <p:spPr>
          <a:xfrm>
            <a:off x="5852160" y="603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852160" y="877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</a:t>
            </a:r>
            <a:endParaRPr lang="en-US" sz="384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384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 N' BAR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8595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0">
            <a:off x="-548640" y="-54864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309360" y="932688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384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
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5943600" y="530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pPr algn="ctr" indent="0" marL="0">
              <a:buNone/>
            </a:pPr>
            <a:r>
              <a:rPr lang="en-US" sz="1100" b="1" i="1" dirty="0">
                <a:solidFill>
                  <a:srgbClr val="0F8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</a:t>
            </a:r>
            <a:endParaRPr lang="en-US" sz="352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352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001. CARTA DE BIENVENIDA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002. HORARIO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003. DESCRIPCIÓN DEL PUESTO Y TAREAS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004. SEMANA DE ONBOARDING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005. QUÉ ESPERAMOS DE TI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006. COMUNICACIÓN INTERNA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007. RUTINA SEMANAL DE FINANZAS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9555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bar'n'bar  ·  gastro consulting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0" y="9555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0">
            <a:off x="-548640" y="-54864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309360" y="932688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 DE BIENVENIDA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384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
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5943600" y="530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pPr algn="ctr" indent="0" marL="0">
              <a:buNone/>
            </a:pPr>
            <a:r>
              <a:rPr lang="en-US" sz="1100" b="1" i="1" dirty="0">
                <a:solidFill>
                  <a:srgbClr val="0F8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</a:t>
            </a:r>
            <a:endParaRPr lang="en-US" sz="352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352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667512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 Sean,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Bienvenido a The Bar 'N' Bar.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 muy contentos de que te unas a nosotros durante los próximos tres meses y, sobre todo, de que pases a formar parte de nuestra forma de trabajar.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tu tiempo con nosotros, participarás tanto en la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financiera como operativa de la consultoría de hostelería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objetivo no es solo que nos apoyes con números y tareas administrativas, sino que entiendas cómo esos números se traducen en negocios reales, decisiones y oportunidades.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Trabajarás codo con codo con nosotros y con la estructura financiera interna, adquiriendo una comprensión práctica de cómo se analizan, estructuran y mejoran los negocios de hostelería.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Esperamos que seas curioso, proactivo y que no dudes en hacer preguntas. Habrá cosas que todavía no sepas, y precisamente por eso estás aquí.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The Bar 'N' Bar creemos que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números cuentan una historia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Nuestro trabajo es entender esa historia, identificar qué funciona, encontrar qué no funciona, y convertir la información en mejores decisiones.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estos tres meses, queremos que aprendas, aportes y vayas tomando progresivamente la responsabilidad de tu trabajo.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Bienvenido al equipo.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 trabajar.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de The Bar 'N' Bar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9555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bar'n'bar  ·  gastro consulting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0" y="9555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0">
            <a:off x="-548640" y="-54864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309360" y="932688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384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
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5943600" y="530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pPr algn="ctr" indent="0" marL="0">
              <a:buNone/>
            </a:pPr>
            <a:r>
              <a:rPr lang="en-US" sz="1100" b="1" i="1" dirty="0">
                <a:solidFill>
                  <a:srgbClr val="0F8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</a:t>
            </a:r>
            <a:endParaRPr lang="en-US" sz="352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352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675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A 13H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(10 a 10:30 reunión semanal de arranque)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A 13H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OFICINA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MIÉRCOLES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A 13H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OFICINA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JUEVES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A 13H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(12:30 a 13h reunión semanal de cierre)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OFICINA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VIERNES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SÁBADO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DOMINGO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704088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DE LA OFICINA: TORRENT DE L'OLLA 33, PPAL 2
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*Existe la posibilidad de que un día de oficina se reprograme para trabajar en otra ubicación (por ejemplo, una cafetería, un restaurante...). Te avisaremos con antelación.
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23 de septiembre, el 12 de octubre y el 8 de diciembre son festivos.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9555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bar'n'bar  ·  gastro consulting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66560" y="9555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0">
            <a:off x="-548640" y="-54864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309360" y="932688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Y RESPONSABILIDADES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384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
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5943600" y="530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pPr algn="ctr" indent="0" marL="0">
              <a:buNone/>
            </a:pPr>
            <a:r>
              <a:rPr lang="en-US" sz="1100" b="1" i="1" dirty="0">
                <a:solidFill>
                  <a:srgbClr val="0F8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</a:t>
            </a:r>
            <a:endParaRPr lang="en-US" sz="352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352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Control financiero semanal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Seguimiento de ingresos, pipeline y caja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P&amp;L mensual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Previsión 2027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Facturación y gastos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Revisión de P&amp;L interno y de cliente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Planes de negocio de clientes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Plan de negocio para inversores de TBNB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DE HOSTELERÍA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2578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Food cost y rentabilidad de carta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Fichas técnicas de receta estandarizadas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Análisis financiero de las ofertas gastronómicas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675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INTERNO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9951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Traducción de la documentación del Bar Method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Plantillas y herramientas financieras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Mejora de procesos internos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9555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bar'n'bar  ·  gastro consulting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0" y="9555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0">
            <a:off x="-548640" y="-54864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309360" y="932688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DE ONBOARDING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384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
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5943600" y="530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pPr algn="ctr" indent="0" marL="0">
              <a:buNone/>
            </a:pPr>
            <a:r>
              <a:rPr lang="en-US" sz="1100" b="1" i="1" dirty="0">
                <a:solidFill>
                  <a:srgbClr val="0F8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</a:t>
            </a:r>
            <a:endParaRPr lang="en-US" sz="352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352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1 — CONÓCENOS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 'N' Bar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 marca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Quiénes somos y qué hacemos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Nuestros valores y forma de trabajar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equipo y responsabilidades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reuniones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Jibble: fichar entrada y salida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</a:t>
            </a:r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quiénes somos, cómo trabajamos y cómo encajas en el equipo.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2 — ENTIENDE EL NEGOCIO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Nuestros clientes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quién trabajamos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proyectos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ganan dinero nuestros clientes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negocio de hostelería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financiera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organizamos la información financiera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financieros internos vs. de cliente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Ingresos, costes, márgenes y rentabilidad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nuestro documento "Control"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74523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</a:t>
            </a:r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el lenguaje financiero que usamos y cómo miramos un negocio de hostelería.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9555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bar'n'bar  ·  gastro consulting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0" y="9555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0">
            <a:off x="-548640" y="-54864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309360" y="932688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DE ONBOARDING (CONT.)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384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
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5943600" y="530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pPr algn="ctr" indent="0" marL="0">
              <a:buNone/>
            </a:pPr>
            <a:r>
              <a:rPr lang="en-US" sz="1100" b="1" i="1" dirty="0">
                <a:solidFill>
                  <a:srgbClr val="0F8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</a:t>
            </a:r>
            <a:endParaRPr lang="en-US" sz="352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352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3 — EL BAR METHOD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método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Breakdown, Architecture, Run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encaja la parte financiera en cada fase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presupuestamos y calculamos el precio de los proyectos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construimos proyecciones financieras para clientes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marca y sistema de diseño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marca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documentos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presentamos nuestro trabajo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</a:t>
            </a:r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cómo funciona nuestra metodología y dónde encaja tu rol en cada fase de un proyecto.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4 — CÓMO TRABAJAMOS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3035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marketing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Nuestros canales de comunicación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marketing apoya nuestros proyectos y el desarrollo de negocio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trabajo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5379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Organización de Google Drive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Nomenclatura de ficheros y estructura de documentos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 / Excel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Plantillas internas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de cliente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79552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</a:t>
            </a:r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capaz de moverte por nuestras herramientas y sistemas internos con autonomía.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9555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bar'n'bar  ·  gastro consulting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9555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0">
            <a:off x="-548640" y="-54864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309360" y="932688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005. QUÉ ESPERAMOS DE TI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384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
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5943600" y="530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pPr algn="ctr" indent="0" marL="0">
              <a:buNone/>
            </a:pPr>
            <a:r>
              <a:rPr lang="en-US" sz="1100" b="1" i="1" dirty="0">
                <a:solidFill>
                  <a:srgbClr val="0F8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</a:t>
            </a:r>
            <a:endParaRPr lang="en-US" sz="352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352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SÉ CURIOSO/A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 preguntas, entiende el "por qué" detrás de los números y no tengas miedo de no saber algo.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esperamos que tengas todas las respuestas. Esperamos que quieras encontrarlas.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529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TOMA RESPONSABILIDAD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145536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vez que se te asigna una tarea, hazte responsable de sacarla adelante.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algo no está claro, pregunta. Si falta algo, avisa. Si detectas un problema, trae una posible solución.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33425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SÉ PRECISO/A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626864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se trabaja con números, los detalles importan. Comprueba siempre tu trabajo, tus suposiciones, fórmulas y fuentes antes de compartir información con el equipo o un cliente.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precisión va antes que la velocidad.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8155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PIENSA MÁS ALLÁ DE LA TAREA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108192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queremos que simplemente rellenes hojas de cálculo. Intenta entender qué nos están diciendo los números, identifica incoherencias y pregúntate: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"¿Qué significa esto para el negocio?"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72969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COMUNICA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758952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Mantén al equipo al día de tu progreso. Si estás bloqueado/a, dilo pronto. Si terminas algo, avísanos. Si detectas una oportunidad, compártela.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sorpresas.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9555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bar'n'bar  ·  gastro consulting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0" y="9555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0">
            <a:off x="-548640" y="-54864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309360" y="932688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INTERNA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384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
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5943600" y="530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pPr algn="ctr" indent="0" marL="0">
              <a:buNone/>
            </a:pPr>
            <a:r>
              <a:rPr lang="en-US" sz="1100" b="1" i="1" dirty="0">
                <a:solidFill>
                  <a:srgbClr val="0F8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</a:t>
            </a:r>
            <a:endParaRPr lang="en-US" sz="352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352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Creemos que una buena comunicación es esencial para trabajar bien en equipo. Nuestra comunicación debe ser siempre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clara, proactiva y concisa.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 SE USA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Reunión semanal de arranque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(GOOGLE MEET)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Prioridades, tareas y objetivos de la semana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Reunión semanal de cierre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(GOOGLE MEET)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Revisión de tareas completadas, trabajo pendiente y próximos pasos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Preguntas rápidas, asuntos urgentes y coordinación del día a día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Comunicación externa y documentación formal/interna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Drive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Documentos de trabajo y versiones finales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Jibble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Fichar entrada y salida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9555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bar'n'bar  ·  gastro consulting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66560" y="9555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0">
            <a:off x="-548640" y="-54864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309360" y="9326880"/>
            <a:ext cx="2011680" cy="1280160"/>
          </a:xfrm>
          <a:prstGeom prst="triangle">
            <a:avLst/>
          </a:prstGeom>
          <a:solidFill>
            <a:srgbClr val="0F8A6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RUTINA SEMANAL DE FINANZAS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384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
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5943600" y="530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pPr algn="ctr" indent="0" marL="0">
              <a:buNone/>
            </a:pPr>
            <a:r>
              <a:rPr lang="en-US" sz="1100" b="1" i="1" dirty="0">
                <a:solidFill>
                  <a:srgbClr val="0F8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</a:t>
            </a:r>
            <a:endParaRPr lang="en-US" sz="352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5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352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64008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Reunión semanal de arranque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prioridades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información financiera pendiente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990088"/>
            <a:ext cx="64008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el control financiero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/ pipeline / caja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incoherencias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MIÉRCOLES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64008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financiero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para la reunión del miércoles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cliente/proyecto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JUEVES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641848"/>
            <a:ext cx="64008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Comprobaciones finales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documentos pendientes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Reunión semanal de cierre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las prioridades de la semana siguiente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9555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bar'n'bar  ·  gastro consulting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9555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2026-09-15T07:33:32Z</dcterms:created>
  <dcterms:modified xsi:type="dcterms:W3CDTF">2026-09-15T07:33:32Z</dcterms:modified>
</cp:coreProperties>
</file>