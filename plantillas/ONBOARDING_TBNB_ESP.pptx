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8A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540" dirty="0"/>
          </a:p>
        </p:txBody>
      </p:sp>
      <p:sp>
        <p:nvSpPr>
          <p:cNvPr id="3" name="Text 1"/>
          <p:cNvSpPr/>
          <p:nvPr/>
        </p:nvSpPr>
        <p:spPr>
          <a:xfrm>
            <a:off x="5852160" y="6035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0" y="877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84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8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84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47091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 N' BAR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8595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217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001. CARTA DE BIENVENIDA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002. HORARIO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003. DESCRIPCIÓN DEL PUESTO Y TAREAS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004. SEMANA DE ONBOARDING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005. QUÉ ESPERAMOS DE TI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006. COMUNICACIÓN INTERNA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007. RUTINA SEMANAL DE FINANZAS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008. PROGRAMA DE PRÁCTICAS DE GASTRONOMÍA (105H)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 DE BIENVENIDA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822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Hola Sean,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Bienvenido a The Bar 'N' Bar.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Estamos muy contentos de que te unas a nosotros durante los próximos tres meses y, sobre todo, de que pases a formar parte de nuestra forma de trabajar.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tu tiempo con nosotros, participarás tanto en la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financiera como operativa de la consultoría de hostelería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 objetivo no es solo que nos apoyes con números y tareas administrativas, sino que entiendas cómo esos números se traducen en negocios reales, decisiones y oportunidades.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Trabajarás codo con codo con nosotros y con la estructura financiera interna, adquiriendo una comprensión práctica de cómo se analizan, estructuran y mejoran los negocios de hostelería.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Esperamos que seas curioso, proactivo y que no dudes en hacer preguntas. Habrá cosas que todavía no sepas, y precisamente por eso estás aquí.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The Bar 'N' Bar creemos que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números cuentan una historia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Nuestro trabajo es entender esa historia, identificar qué funciona, encontrar qué no funciona, y convertir la información en mejores decisiones.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estos tres meses, queremos que aprendas, aportes y vayas tomando progresivamente la responsabilidad de tu trabajo.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Bienvenido al equipo.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a trabajar.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de The Bar 'N' Bar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HORARIO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LUNES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A 13H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 a 10:30 reunión semanal de arranque)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A 13H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OFICINA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MIÉRCOLES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A 13H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OFICINA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JUEVES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A 13H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(12:30 a 13h reunión semanal de cierre)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OFICINA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VIERNES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SÁBADO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DOMINGO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704088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DE LA OFICINA: TORRENT DE L'OLLA 33, PPAL 2
</a:t>
            </a:r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*Existe la posibilidad de que un día de oficina se reprograme para trabajar en otra ubicación (por ejemplo, una cafetería, un restaurante...). Te avisaremos con antelación.
</a:t>
            </a:r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23 de septiembre, el 12 de octubre y el 8 de diciembre son festivos.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 Y RESPONSABILIDADES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Control financiero semanal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Seguimiento de ingresos, pipeline y caja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P&amp;L mensual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Previsión 2027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Facturación y gastos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Revisión de P&amp;L interno y de cliente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Planes de negocio de clientes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Plan de negocio para inversores de TBNB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937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INTERNO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52578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Traducción de la documentación del Bar Method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Plantillas y herramientas financieras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Mejora de procesos internos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67512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i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Prácticas de Gastronomía: </a:t>
            </a:r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detalle completo del programa (proyectos, horas, plan semanal) está en la sección 008.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DE ONBOARDING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 1 — CONÓCENOS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 'N' Bar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19659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 marca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Quiénes somos y qué hacemos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Nuestros valores y forma de trabajar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del equipo y responsabilidades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reuniones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Jibble: fichar entrada y salida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</a:t>
            </a:r>
            <a:pPr indent="0" marL="0">
              <a:buNone/>
            </a:pPr>
            <a:r>
              <a:rPr lang="en-US" sz="11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quiénes somos, cómo trabajamos y cómo encajas en el equipo.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 2 — ENTIENDE EL NEGOCIO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466344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Nuestros clientes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quién trabajamos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proyectos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ganan dinero nuestros clientes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negocio de hostelería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financiera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62636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organizamos la información financiera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Documentos financieros internos vs. de cliente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Ingresos, costes, márgenes y rentabilidad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nuestro documento "Control"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74523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</a:t>
            </a:r>
            <a:pPr indent="0" marL="0">
              <a:buNone/>
            </a:pPr>
            <a:r>
              <a:rPr lang="en-US" sz="11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el lenguaje financiero que usamos y cómo miramos un negocio de hostelería.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DE ONBOARDING (CONT.)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 3 — EL BAR METHOD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método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19659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Breakdown, Architecture, Run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encaja la parte financiera en cada fase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presupuestamos y calculamos el precio de los proyectos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construimos proyecciones financieras para clientes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Nuestra marca y sistema de diseño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383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Guía de marca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documentos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presentamos nuestro trabajo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2519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</a:t>
            </a:r>
            <a:pPr indent="0" marL="0">
              <a:buNone/>
            </a:pPr>
            <a:r>
              <a:rPr lang="en-US" sz="11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cómo funciona nuestra metodología y dónde encaja tu rol en cada fase de un proyecto.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498348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 4 — CÓMO TRABAJAMOS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marketing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55778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Nuestros canales de comunicación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marketing apoya nuestros proyectos y el desarrollo de negocio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de trabajo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5379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Organización de Google Drive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Nomenclatura de ficheros y estructura de documentos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 / Excel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Plantillas internas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de cliente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79552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</a:t>
            </a:r>
            <a:pPr indent="0" marL="0">
              <a:buNone/>
            </a:pPr>
            <a:r>
              <a:rPr lang="en-US" sz="11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capaz de moverte por nuestras herramientas y sistemas internos con autonomía.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005. QUÉ ESPERAMOS DE TI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SÉ CURIOSO/A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664208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 preguntas, entiende el "por qué" detrás de los números y no tengas miedo de no saber algo.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esperamos que tengas todas las respuestas. Esperamos que quieras encontrarlas.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85292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TOMA RESPONSABILIDAD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145536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vez que se te asigna una tarea, hazte responsable de sacarla adelante.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algo no está claro, pregunta. Si falta algo, avisa. Si detectas un problema, trae una posible solución.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33425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SÉ PRECISO/A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4626864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se trabaja con números, los detalles importan. Comprueba siempre tu trabajo, tus suposiciones, fórmulas y fuentes antes de compartir información con el equipo o un cliente.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precisión va antes que la velocidad.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1558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PIENSA MÁS ALLÁ DE LA TAREA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108192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queremos que simplemente rellenes hojas de cálculo. Intenta entender qué nos están diciendo los números, identifica incoherencias y pregúntate: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"¿Qué significa esto para el negocio?"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729691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COMUNICA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7589520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Mantén al equipo al día de tu progreso. Si estás bloqueado/a, dilo pronto. Si terminas algo, avísanos. Si detectas una oportunidad, compártela.
</a:t>
            </a:r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sorpresas.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COMUNICACIÓN INTERNA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Creemos que una buena comunicación es esencial para trabajar bien en equipo. Nuestra comunicación debe ser siempre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clara, proactiva y concisa.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QUÉ SE USA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Reunión semanal de arranque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(GOOGLE MEET)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Prioridades, tareas y objetivos de la semana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Reunión semanal de cierre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(GOOGLE MEET)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Revisión de tareas completadas, trabajo pendiente y próximos pasos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WhatsApp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Preguntas rápidas, asuntos urgentes y coordinación del día a día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Comunicación externa y documentación formal/interna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Drive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Documentos de trabajo y versiones finales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Jibble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Fichar entrada y salida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RUTINA SEMANAL DE FINANZAS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664208"/>
            <a:ext cx="64008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Reunión semanal de arranque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prioridades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información financiera pendiente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2990088"/>
            <a:ext cx="64008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Actualizar el control financiero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 / pipeline / caja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incoherencias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02336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MIÉRCOLES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315968"/>
            <a:ext cx="64008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financiero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Preparación para la reunión del miércoles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de cliente/proyecto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349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JUEVES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641848"/>
            <a:ext cx="64008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Comprobaciones finales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Actualizar documentos pendientes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Reunión semanal de cierre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las prioridades de la semana siguiente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008. PRÁCTICAS DE GASTRONOMÍA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105 horas · Gastronomía y Artes Culinarias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documento define el recorrido de prácticas, los proyectos a desarrollar, la forma de trabajo y los entregables esperados. El objetivo es que las prácticas combinen aprendizaje, investigación y aplicación real dentro de la metodología de TBNB.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6675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 horas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Duración estimada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semanas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Gastronomía · Consultoría · Research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Proyectos principales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Auditoría Gastronómica TBNB + Hospitality Trends 2026–2027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484632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general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5138928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cómo TBNB analiza un negocio gastronómico y contribuir a construir herramientas reutilizables para futuros proyectos, desarrollando al mismo tiempo una visión crítica sobre las tendencias que están transformando la restauración.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1264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Bienvenida a TBNB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19088"/>
            <a:ext cx="6675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estas prácticas no buscamos únicamente apoyo en tareas operativas. El objetivo es trabajar sobre proyectos concretos que tengan un principio, un proceso de investigación y un resultado final aplicable a la consultoría.
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trabajo se centrará especialmente en la relación entre propuesta gastronómica, concepto, operaciones y rentabilidad. Se espera iniciativa, criterio, capacidad de investigación y una actitud crítica: no solo identificar qué ocurre, sino intentar entender por qué ocurre y qué implicaciones tiene para un negocio.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PROYECTOS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1 · Auditoría Gastronómica TBNB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Desarrollar una metodología propia que permita analizar de forma estructurada la propuesta gastronómica de un restaurante: carta, producto, procesos, costes, producción, mise en place, mermas, proveedores, complejidad operativa y coherencia entre concepto y oferta.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 principal: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 Gastronómica TBNB v1.0.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402336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2 · Hospitality Trends 2026–2027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Investigar tendencias relevantes en restauración, conceptos, producto, formatos, técnicas, operaciones y modelos de negocio. El objetivo no es crear una lista de modas, sino detectar cambios con implicaciones reales para los operadores y clientes de TBNB.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58978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 principal: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TBNB Hospitality Trends Report 2026–2027.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DISTRIBUCIÓN DE LAS 105 HORAS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57200"/>
                <a:gridCol w="283464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Onboarding TBNB + BAR Method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Entender empresa, proyectos y metodología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 del proceso + notas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 de auditorías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Definir qué debe analizar una auditoría gastronómica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Diseño Auditoría TBNB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Construir la metodología y herramientas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Auditoría v1.0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Aplicación práctica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Probar la herramienta en un caso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Auditoría aplicada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 tendencias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Detectar tendencias 2026–27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tendencias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 de conceptos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Encontrar evidencias y casos reales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conceptos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Hospitality Trends Report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Convertir research en conclusiones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final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Presentación y cierre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Presentar aprendizajes y propuestas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Presentación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TRABAJO POR SEMANAS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1 · Entender + investigar · 25 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69164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TBNB: tipo de clientes, proyectos y enfoque de consultoría.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BAR Method y al papel de la gastronomía dentro de un proyecto.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 herramientas, auditorías y documentación existente.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de metodologías de auditoría gastronómica y restauración.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 de las áreas que deberían analizarse en una auditoría TBNB.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3375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completo de la auditoría, benchmark inicial y propuesta de criterios de análisis.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9776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2 · Construir la Auditoría Gastronómica · 30 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29768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bloques, preguntas, indicadores y documentación necesaria.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un sistema sencillo de evaluación y diagnóstico.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Desarrollar criterios para concepto y posicionamiento, arquitectura de carta, producto, rentabilidad y operación.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Incluir fichas técnicas, escandallos, food cost, mermas, aprovechamiento, producción, mise en place, almacenamiento, proveedores y equipamiento.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Preparar una primera versión completa de la herramienta.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67208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apartado debe responder a cinco cuestiones: qué analizamos · cómo lo analizamos · qué preguntamos · qué datos necesitamos · qué conclusión podemos obtener.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72694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orientativo de diagnóstico: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CORRECTO · MEJORABLE · CRÍTICO.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76352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0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 Gastronómica TBNB v1.0.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TRABAJO (CONT.)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3 · Aplicación + tendencias · 25 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69164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la auditoría a un proyecto real de TBNB cuando sea posible o a un caso práctico definido.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preguntas, indicadores o áreas que falten y corregir la herramienta.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Iniciar research de tendencias en Barcelona, Madrid y mercados internacionales relevantes.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 conceptos reales que sirvan como evidencia de los cambios detectados.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0896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Áreas de investigación: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 · producto · cliente · operaciones · rentabilidad · tecnología · sostenibilidad · bebidas · nuevos formatos.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tendencia se deberá investigar: qué está pasando, por qué, qué negocios lo están haciendo, qué impacto tiene en la operación/rentabilidad y si es aplicable al mercado español.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452628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4 · Hospitality Report + cierre · 25 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8463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Seleccionar entre 8 y 12 tendencias realmente relevantes.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Contrastar cada tendencia con ejemplos y conceptos reales.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sus implicaciones para operadores y clientes.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Preparar el Hospitality Trends Report 2026–2027.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Cruzar los aprendizajes del informe con la Auditoría Gastronómica y actualizarla.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Preparar la presentación final.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LA AUDITORÍA GASTRONÓMICA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estructura es un punto de partida. Parte del trabajo de las prácticas consiste precisamente en cuestionarla, completarla y proponer mejoras.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675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OBSERVAMOS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Concepto y posicionamiento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Identidad, propuesta de valor, cliente, coherencia gastronómica y diferenciación.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de carta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Número de referencias, categorías, equilibrio, repetición de ingredientes, rango de precios y facilidad de elección.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y calidad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 prima, estacionalidad, técnica, consistencia, presentación y adecuación al concepto.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Rentabilidad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Escandallos, food cost, margen, PVP, mermas, aprovechamiento y platos estratégicos.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Operación gastronómica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Mise en place, producción, tiempos, dificultad, conservación, flujo de trabajo y dependencia de perfiles especializados.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Compras y proveedores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Selección, precios, formatos, frecuencia, control y alternativas.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Equipamiento y espacio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Adecuación de maquinaria, capacidad productiva, almacenamiento y limitaciones.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Estandarización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Fichas técnicas, recetas, gramajes, procesos, controles y consistencia.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DEL TRENDS REPORT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tendencia seleccionada deberá presentarse utilizando la misma lógica: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6916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TENDENCIA — Qué está cambiando.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EVIDENCIAS — Restaurantes, conceptos, datos o casos que permiten observarla.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POR QUÉ — Qué factores explican el cambio.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IMPACTO — Consecuencias sobre operaciones, equipo, ventas y rentabilidad.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APLICABILIDAD — Para qué tipos de negocio puede tener sentido.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TBNB TAKEAWAY — Qué aprendizaje o recomendación extraemos como consultora.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84048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 de trabajar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1605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Buscamos autonomía, pero no trabajo aislado. Habrá momentos de briefing, seguimiento y revisión. Antes de desarrollar muchas horas una idea, es preferible presentar una primera hipótesis o estructura y validarla.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5029200"/>
            <a:ext cx="6400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Documentar las fuentes utilizadas y guardar referencias de los casos analizados.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hechos, observaciones e interpretación personal.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conclusiones aplicables frente a acumulación de información.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Trabajar con documentos claros, ordenados y reutilizables.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Preguntar cuando falte contexto, pero intentar llegar a cada revisión con una propuesta.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Mantener confidencial la información de clientes y proyectos internos.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0">
            <a:off x="-548640" y="-54864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309360" y="9326880"/>
            <a:ext cx="2011680" cy="1280160"/>
          </a:xfrm>
          <a:prstGeom prst="triangle">
            <a:avLst/>
          </a:prstGeom>
          <a:solidFill>
            <a:srgbClr val="0F8A6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Y ENTREGA FINAL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0" y="3840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5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endParaRPr lang="en-US" sz="495" dirty="0"/>
          </a:p>
        </p:txBody>
      </p:sp>
      <p:sp>
        <p:nvSpPr>
          <p:cNvPr id="6" name="Text 4"/>
          <p:cNvSpPr/>
          <p:nvPr/>
        </p:nvSpPr>
        <p:spPr>
          <a:xfrm>
            <a:off x="5943600" y="530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pPr algn="ctr" indent="0" marL="0">
              <a:buNone/>
            </a:pPr>
            <a:r>
              <a:rPr lang="en-US" sz="1100" b="1" i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</a:t>
            </a:r>
            <a:endParaRPr lang="en-US" sz="352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2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352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dinámica orientativa: aproximadamente 70% de trabajo autónomo, 20% de reuniones/revisiones con el equipo y 10% de acompañamiento u observación de proyectos reales, cuando la agenda lo permita.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cada semana se realizará una revisión breve de avances, aprendizajes, bloqueos y siguientes pasos.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final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5204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terminar las 105 horas deberán quedar preparados: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 Gastronómica TBNB v1.0.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 aplicada a un caso práctico o proyecto.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datos / benchmark de conceptos gastronómicos.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tendencias 2026–2027 con fuentes.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TBNB Hospitality Trends Report 2026–2027.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final de 30–45 minutos.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7607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final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08076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presentación final deberá explicar qué se ha investigado, qué se ha aprendido, qué tendencias se consideran más relevantes, cómo se ha construido la Auditoría Gastronómica y qué cambios o recomendaciones se propone incorporar a la metodología de TBNB.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85039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8A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BREAKDOWN · ARCHITECTURE · RUN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9555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bar'n'bar  ·  gastro consulting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0" y="9555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2026-09-15T07:38:15Z</dcterms:created>
  <dcterms:modified xsi:type="dcterms:W3CDTF">2026-09-15T07:38:15Z</dcterms:modified>
</cp:coreProperties>
</file>